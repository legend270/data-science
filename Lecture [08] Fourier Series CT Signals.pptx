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0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9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4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9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9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3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1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7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2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0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1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98C5D-FA5F-4248-B0B4-32F501CEE259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D1602-C795-4291-9C59-E29FB37FC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1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2152651"/>
          </a:xfrm>
        </p:spPr>
        <p:txBody>
          <a:bodyPr>
            <a:normAutofit/>
          </a:bodyPr>
          <a:lstStyle/>
          <a:p>
            <a:r>
              <a:rPr lang="en-US" b="1" dirty="0"/>
              <a:t>Fourier series Representation of CT Periodic Signals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3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Here we explore an alternative representation for signals and LTI systems. It is based on the development of a representation of signals as linear combinations of a set of basic signals. For this alternative representation we use complex exponentials.</a:t>
            </a:r>
          </a:p>
          <a:p>
            <a:pPr marL="0" indent="0">
              <a:buNone/>
            </a:pPr>
            <a:r>
              <a:rPr lang="en-GB" dirty="0"/>
              <a:t>The resulting representation are known as the CT and DT Fourier series and transform.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68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a periodic CT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has a Fourier series representation, then the following equations defines the Fourier series of a periodic CT signal.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=+∞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𝑗𝑘</m:t>
                        </m:r>
                        <m:r>
                          <a:rPr lang="en-US" i="1">
                            <a:latin typeface="Cambria Math"/>
                          </a:rPr>
                          <m:t>(2</m:t>
                        </m:r>
                        <m:r>
                          <a:rPr lang="en-US" i="1">
                            <a:latin typeface="Cambria Math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………(1)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852" t="-1478" r="-2148" b="-1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88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GB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.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𝑗𝑘</m:t>
                        </m:r>
                        <m:r>
                          <a:rPr lang="en-US" i="1">
                            <a:latin typeface="Cambria Math"/>
                          </a:rPr>
                          <m:t>(2</m:t>
                        </m:r>
                        <m:r>
                          <a:rPr lang="en-US" i="1">
                            <a:latin typeface="Cambria Math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𝑑𝑡</m:t>
                    </m:r>
                    <m:r>
                      <a:rPr lang="en-US" i="1">
                        <a:latin typeface="Cambria Math"/>
                      </a:rPr>
                      <m:t>…….(2)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Equation (1) is known as the </a:t>
                </a:r>
                <a:r>
                  <a:rPr lang="en-US" b="1" dirty="0"/>
                  <a:t>Synthesis equation</a:t>
                </a:r>
                <a:r>
                  <a:rPr lang="en-US" dirty="0"/>
                  <a:t> and equations (2) is known as the </a:t>
                </a:r>
                <a:r>
                  <a:rPr lang="en-US" b="1" dirty="0"/>
                  <a:t>Analysis equation.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  <a:blipFill rotWithShape="1">
                <a:blip r:embed="rId2"/>
                <a:stretch>
                  <a:fillRect l="-1704" b="-22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13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set of coefficients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Fourier series coefficients</a:t>
                </a:r>
                <a:r>
                  <a:rPr lang="en-US" dirty="0"/>
                  <a:t> or the spectral coefficients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</a:rPr>
                      <m:t>𝒕</m:t>
                    </m:r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. They are generally complex valued, and measures the portion of the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that is at each harmonic of the fundamental component .</a:t>
                </a:r>
              </a:p>
              <a:p>
                <a:pPr marL="0" indent="0">
                  <a:buNone/>
                </a:pPr>
                <a:r>
                  <a:rPr lang="en-US" dirty="0"/>
                  <a:t>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dc or constant</a:t>
                </a:r>
                <a:r>
                  <a:rPr lang="en-US" dirty="0"/>
                  <a:t> component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</a:rPr>
                      <m:t>𝒕</m:t>
                    </m:r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/>
                        </a:rPr>
                        <m:t>𝑑𝑡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Which is simply the average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over one period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704" t="-2320" r="-519" b="-7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90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1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the signal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 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, whose fundamental frequency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Solution</a:t>
                </a:r>
              </a:p>
              <a:p>
                <a:pPr marL="0" indent="0">
                  <a:buNone/>
                </a:pPr>
                <a:r>
                  <a:rPr lang="en-US" dirty="0"/>
                  <a:t>By expanding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Comparing this to </a:t>
                </a:r>
                <a:r>
                  <a:rPr lang="en-US" dirty="0" err="1"/>
                  <a:t>eqn</a:t>
                </a:r>
                <a:r>
                  <a:rPr lang="en-US" dirty="0"/>
                  <a:t> (1)</a:t>
                </a:r>
              </a:p>
              <a:p>
                <a:pPr marL="0" indent="0">
                  <a:buNone/>
                </a:pPr>
                <a:r>
                  <a:rPr lang="en-US" dirty="0"/>
                  <a:t>We obtain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=0, 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≠1 </m:t>
                      </m:r>
                      <m:r>
                        <a:rPr lang="en-US" i="1">
                          <a:latin typeface="Cambria Math"/>
                        </a:rPr>
                        <m:t>𝑜𝑟</m:t>
                      </m:r>
                      <m:r>
                        <a:rPr lang="en-US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704" t="-3202" b="-18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612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2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periodic square wave is defined over one period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  &amp;|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|&lt;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  &amp;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&lt;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&lt;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Find the Fourier series coefficients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281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Solution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371600"/>
            <a:ext cx="5486400" cy="167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86000" y="3535408"/>
                <a:ext cx="6019800" cy="489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Because of symmetry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we can choose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&lt;−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535408"/>
                <a:ext cx="6019800" cy="489814"/>
              </a:xfrm>
              <a:prstGeom prst="rect">
                <a:avLst/>
              </a:prstGeom>
              <a:blipFill rotWithShape="1">
                <a:blip r:embed="rId3"/>
                <a:stretch>
                  <a:fillRect l="-810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286000" y="4343400"/>
                <a:ext cx="4572000" cy="142923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/>
                  <a:t>Using (2)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.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i="1">
                        <a:latin typeface="Cambria Math"/>
                      </a:rPr>
                      <m:t>𝑑𝑡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e>
                      </m:nary>
                      <m:r>
                        <a:rPr lang="en-US" i="1">
                          <a:latin typeface="Cambria Math"/>
                        </a:rPr>
                        <m:t>𝑑𝑡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343400"/>
                <a:ext cx="4572000" cy="1429237"/>
              </a:xfrm>
              <a:prstGeom prst="rect">
                <a:avLst/>
              </a:prstGeom>
              <a:blipFill rotWithShape="1">
                <a:blip r:embed="rId4"/>
                <a:stretch>
                  <a:fillRect l="-1067" t="-34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96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52578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≠0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𝑗𝑘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𝑑𝑡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𝑗𝑘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𝑗𝑘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aseline="30000" dirty="0"/>
                  <a:t>T1</a:t>
                </a:r>
                <a:r>
                  <a:rPr lang="en-US" baseline="-25000" dirty="0"/>
                  <a:t>-T1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𝑗𝑘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𝑜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𝑗𝑘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𝑜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sin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den>
                    </m:f>
                    <m:r>
                      <a:rPr lang="en-GB" b="0" i="1" smtClean="0">
                        <a:latin typeface="Cambria Math"/>
                      </a:rPr>
                      <m:t>,  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𝑇</m:t>
                    </m:r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𝜋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sin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5257800"/>
              </a:xfrm>
              <a:blipFill>
                <a:blip r:embed="rId2"/>
                <a:stretch>
                  <a:fillRect l="-1704" t="-1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87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Properties of CT Fourier Series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the Fourier series coefficients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are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then we can represent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𝐹𝑆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signify the pairing of a periodic signal with Fourier series coefficients.</a:t>
                </a:r>
              </a:p>
              <a:p>
                <a:pPr marL="0" indent="0">
                  <a:buNone/>
                </a:pPr>
                <a:r>
                  <a:rPr lang="en-US" dirty="0"/>
                  <a:t>The Fourier series representation possesses a number of important properties. Some of the properties are stated below;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617" b="-13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690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/>
              <a:t>Linearity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486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denote two periodic signals with period T and which have Fourier series coefficients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respectively. </a:t>
                </a:r>
              </a:p>
              <a:p>
                <a:pPr marL="0" indent="0">
                  <a:buNone/>
                </a:pPr>
                <a:r>
                  <a:rPr lang="en-US" dirty="0"/>
                  <a:t>That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𝐹𝑆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𝐹𝑆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𝐵𝑦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then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𝐵𝑦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/>
                            </a:rPr>
                            <m:t>𝐹𝑆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86400"/>
              </a:xfrm>
              <a:blipFill rotWithShape="1">
                <a:blip r:embed="rId2"/>
                <a:stretch>
                  <a:fillRect l="-1704" t="-2889" b="-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56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/>
              <a:t>Time Shifting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/>
                              </a:rPr>
                              <m:t>𝐹𝑆</m:t>
                            </m:r>
                          </m:e>
                        </m:groupChr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𝐹𝑆</m:t>
                              </m:r>
                            </m:e>
                          </m:groupChr>
                        </m:e>
                      </m:box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One consequence of this properties is that, when a periodic signal is shifted in time, the magnitudes of its Fourier series coefficients remain unaltered, That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=|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|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00600"/>
              </a:xfrm>
              <a:blipFill rotWithShape="1">
                <a:blip r:embed="rId2"/>
                <a:stretch>
                  <a:fillRect l="-1852" r="-3037" b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590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Time Reversal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/>
                              </a:rPr>
                              <m:t>𝐹𝑆</m:t>
                            </m:r>
                          </m:e>
                        </m:groupChr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𝐹𝑆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is a time reversal applied to a CT signal results in a time-reversal of the corresponding sequence of Fourier series coefficients.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433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Scaling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/>
                            </a:rPr>
                            <m:t>α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</a:rPr>
                            <m:t>α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FS coefficients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</a:rPr>
                      <m:t>𝒕</m:t>
                    </m:r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b="1" i="1">
                            <a:latin typeface="Cambria Math"/>
                          </a:rPr>
                          <m:t>𝜶</m:t>
                        </m:r>
                        <m:r>
                          <a:rPr lang="en-US" b="1" i="1"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/>
                  <a:t> is periodic with period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/>
                          </a:rPr>
                          <m:t>𝑻</m:t>
                        </m:r>
                      </m:num>
                      <m:den>
                        <m:r>
                          <a:rPr lang="el-GR" b="1" i="1">
                            <a:latin typeface="Cambria Math"/>
                          </a:rPr>
                          <m:t>𝜶</m:t>
                        </m:r>
                      </m:den>
                    </m:f>
                  </m:oMath>
                </a14:m>
                <a:r>
                  <a:rPr lang="en-US" dirty="0"/>
                  <a:t> and fundamental frequency 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/>
                      </a:rPr>
                      <m:t>𝜶</m:t>
                    </m:r>
                    <m:r>
                      <a:rPr lang="el-GR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𝒐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r="-2667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549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/>
                              </a:rPr>
                              <m:t>𝐹𝑆</m:t>
                            </m:r>
                          </m:e>
                        </m:groupChr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𝐹𝑆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/>
                              </a:rPr>
                              <m:t>𝐹𝑆</m:t>
                            </m:r>
                          </m:e>
                        </m:groupChr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𝑙</m:t>
                        </m:r>
                        <m:r>
                          <a:rPr lang="en-US" i="1">
                            <a:latin typeface="Cambria Math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352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Conjugation and Conjugate symmetry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                If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/>
                              </a:rPr>
                              <m:t>𝐹𝑆</m:t>
                            </m:r>
                          </m:e>
                        </m:groupChr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then</a:t>
                </a:r>
              </a:p>
              <a:p>
                <a:pPr marL="0" indent="0" algn="ctr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/>
                              </a:rPr>
                              <m:t>𝐹𝑆</m:t>
                            </m:r>
                          </m:e>
                        </m:groupChr>
                      </m:e>
                    </m:box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171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693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Fourier series Representation of CT Periodic Signals </vt:lpstr>
      <vt:lpstr>INTRODUCTION</vt:lpstr>
      <vt:lpstr>.</vt:lpstr>
      <vt:lpstr>PowerPoint Presentation</vt:lpstr>
      <vt:lpstr>PowerPoint Presentation</vt:lpstr>
      <vt:lpstr>Example 1 </vt:lpstr>
      <vt:lpstr>Example 2 </vt:lpstr>
      <vt:lpstr>Solution </vt:lpstr>
      <vt:lpstr>PowerPoint Presentation</vt:lpstr>
      <vt:lpstr>Properties of CT Fourier Series </vt:lpstr>
      <vt:lpstr>Linearity </vt:lpstr>
      <vt:lpstr>Time Shifting </vt:lpstr>
      <vt:lpstr>Time Reversal </vt:lpstr>
      <vt:lpstr>Time Scaling</vt:lpstr>
      <vt:lpstr>Multiplication</vt:lpstr>
      <vt:lpstr>Conjugation and Conjugate symmetry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series Representation of CT Periodic Signals </dc:title>
  <dc:creator>DELL</dc:creator>
  <cp:lastModifiedBy>Mr Agyekum</cp:lastModifiedBy>
  <cp:revision>22</cp:revision>
  <dcterms:created xsi:type="dcterms:W3CDTF">2015-10-12T21:11:00Z</dcterms:created>
  <dcterms:modified xsi:type="dcterms:W3CDTF">2019-10-30T15:54:48Z</dcterms:modified>
</cp:coreProperties>
</file>